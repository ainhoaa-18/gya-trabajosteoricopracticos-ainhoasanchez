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CEB4DD-02E9-4BEC-AEBA-1BD8BD66FC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059C03-177F-4D33-B536-4F74553AF3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578D23-27E9-4F25-8C22-077D71732D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6CF614-284F-4D57-96B3-7EEC547961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585CA4-B90F-4424-BF2B-02458EBE9E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216499-0B98-4080-A19E-27BC398599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89B157-A889-49FA-AEED-59FE38703D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ED9A0A-ED00-468D-84EA-55A4585CBD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82F265-41E8-474E-B8D5-322D015502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FD05C5-8C64-4030-93F7-447AEB9F55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31BFBE-5731-4780-AFF1-A7066B2676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LibreOffice/25.8.5.2$Linux_X86_64 LibreOffice_project/252c20f6956e3db0b52e6e2f9dda67263513c8fc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es-ES</dc:language>
  <cp:lastModifiedBy/>
  <dcterms:modified xsi:type="dcterms:W3CDTF">2026-03-16T18:42:52Z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